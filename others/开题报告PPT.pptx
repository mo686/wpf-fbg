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79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应用于FBG传感的集成化解调方法</a:t>
            </a:r>
            <a:br/>
            <a:r>
              <a:t>及其温度补偿研究</a:t>
            </a:r>
          </a:p>
          <a:p>
            <a:pPr algn="ctr">
              <a:defRPr sz="1800">
                <a:solidFill>
                  <a:srgbClr val="BBDDFF"/>
                </a:solidFill>
              </a:defRPr>
            </a:pPr>
            <a:r>
              <a:t>东南大学 · 专业学位硕士开题报告</a:t>
            </a:r>
            <a:br/>
            <a:r>
              <a:t>研究方向：光电集成与光传感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一、立题依据及价值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二、研究内容及方法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2.1 基于参考FBG温度补偿的AWG解调系统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2.2 基于微波光子滤波器的FBG解调系统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三、可行性分析与实验进展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四、预期成果与工作计划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20000"/>
            <a:ext cx="792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一、立题依据及价值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FBG传感器：抗电磁干扰、高灵敏度、体积小、易复用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核心问题：精确解调反射中心波长的微小漂移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AWG边缘滤波解调：结构简单、无机械扫描、多通道并行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2022年 北信科：1.6 nm动态范围，10 pm精度 (SOI)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2023年 之江实验室：C+L波段75 nm，优于2 pm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2024年 之江实验室：亚皮米级，RMSE 0.73 pm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课题组：双输入AWG + LASSO，34.45 nm范围，0.31 pm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关键问题与研究思路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问题一：AWG温度漂移 → 解调误差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传统TEC方案功耗大、体积受限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LUT+插值法精度受限于标定密度（21.5 pm）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提出参考FBG实时温度补偿方案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问题二：光域解调精度受限于光学滤波器分辨率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微波光子学：波长变化 → 微波频率变化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VNA频率分辨率可达Hz量级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建立微波光子滤波FBG解调系统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20000"/>
            <a:ext cx="792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二、研究内容及方法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2.1 参考FBG温度补偿的AWG解调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核心思想：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参考FBG（恒温）经AWG解调的表观波长变化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= AWG中心波长漂移量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补偿算法：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Δλ_AWG = λ_ref_measured − λ_ref_true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λ_corrected = λ_measured − Δλ_AWG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优势：仅需一路恒温参考通道，无需AWG精密温控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2.1 系统链路设计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ASE宽带光源 → 光环形器 → 1×2光开关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FBG_ref（参考）/ FBG_sen（传感）分时切换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反射光 → 光耦合器 → OSA监测 + AWG解调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AWG → PD阵列 → 信号处理 → 差分补偿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关键步骤：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① FBG选型与安装（同封装、同温度环境）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② 初始波长标定（OSA精确测量）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③ 实时差分补偿解调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2.2 微波光子滤波FBG解调系统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原理：PM-IM转换 + 微环drop端滤波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激光器 → PM → 微环drop端 → FBG反射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EDFA → PD拍频 → VNA测S21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微环谐振峰对准FBG中心波长时：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drop端损耗最小，VNA频域形成微波通带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FBG波长漂移 → 通带频率响应变化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通过定标与匹配算法反推波长偏移量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2.2 定标与解调算法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定标阶段：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固定微环电压，步进激光器波长（±160 pm, 1 pm步长）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采集321条S21曲线，提取峰值频率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构建 Δλ ↔ S21曲线 映射表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解调算法（三级判决）：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① 峰值频率预筛选（二分查找，排除90%+非匹配项）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② 归一化互相关精细匹配（自适应频率窗口）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③ 多功率全局择优（遍历所有扫描功率点）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2.2 自适应频率窗口选取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目的：聚焦谐振峰主瓣，抑制带外噪声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算法：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① 提取实测曲线峰值频率 f_peak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② 向两侧搜索3dB下降点，估算半功率半宽 Δf_3dB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③ 匹配窗口 BW = 3 × Δf_3dB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物理依据：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洛伦兹线型在 ±3γ 范围内包含 ~90% 峰值能量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超出此范围噪声主导，扩大窗口降低信噪比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20000"/>
            <a:ext cx="792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三、可行性分析与实验进展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3.1 AWG解调系统前期基础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芯片设计：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宽输入波导AWG（34 μm），3-dB带宽1.60 nm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双输入架构，有效通道间隔0.8 nm，范围34.45 nm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算法：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多项式回归 + 高斯噪声增强 + 十折交叉验证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LASSO正则化，RMSE 0.31 pm，分辨率0.13 pm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问题：未加温控时误差呈系统性负偏移（-6~0 pm）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3.2 微波光子系统实验验证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FBG温度灵敏度标定：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25°C–50°C，α = 10.62 pm/°C，R² = 0.999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温度传感验证（20°C → 25°C）：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最佳匹配 ρ = 0.9765，Δλ = 52 pm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温度误差 0.104°C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多温度性能（0.1 mW步进）：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30°C–45°C范围内分辨率 &lt; 1 pm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最优 0.2 pm @ 45°C（温度误差 0.02°C）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3.2 自动化实验平台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PC上位机协调三台仪器：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VNA（GPIB）+ TSL激光器（GPIB/USB）+ Zynq FPGA（串口）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软件架构（Python + PySide6）：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仪器驱动层 / 业务逻辑层 / GUI层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可靠性设计：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电压自动置零保护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断电不丢失已采集数据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定标扫描支持暂停/恢复/中止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20000"/>
            <a:ext cx="792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四、预期成果与工作计划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预期成果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1. 基于参考FBG温度补偿的AWG解调系统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实现变温环境下的实时温度补偿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2. 基于微环谐振器的微波光子FBG解调系统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定标-测量-互相关匹配完整方案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→ 典型工况下分辨率 ≤ 1 pm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3. 完成相关学术论文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2026.05–06  开题报告 + FBG应变测量 + PCB优化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2026.07–08  AWG温度补偿实验系统搭建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2026.09–10  AWG补偿多温度对比实验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2026.11–12  提炼创新点，撰写学术论文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2027.01–03  修改投稿，补充实验数据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2027.04–05  完成硕士学位论文撰写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2027.06     毕业答辩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79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谢谢！</a:t>
            </a:r>
            <a:br/>
            <a:r>
              <a:t>敬请指导</a:t>
            </a:r>
          </a:p>
          <a:p>
            <a:pPr algn="ctr">
              <a:defRPr sz="1800">
                <a:solidFill>
                  <a:srgbClr val="BBDD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